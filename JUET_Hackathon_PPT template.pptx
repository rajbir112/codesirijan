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340DE-8154-44BE-9B45-539B3929F16C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Team Name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CE523E-7B14-45E1-BA6A-8638DA6FDB3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1B89F-FF7E-4CF0-8606-E3DCC768CB7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Team Name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6963B2-2685-417E-B917-6FAD9792E9B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6963B2-2685-417E-B917-6FAD9792E9B7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C5BDD-2EFA-4638-8265-61AFE04EC46F}" type="datetime1">
              <a:rPr lang="en-US" smtClean="0"/>
              <a:t>4/17/2026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93F62-203A-4AED-9E9B-99275D8093BE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BF0F7-936C-4266-B630-8196B8BE46DA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252F5-61F6-4F52-82D8-135C5A80EBE0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2E953-AD86-4731-BF2B-5FF65798102E}" type="datetime1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76F4-8A7A-4964-858C-EB6E6185DCF0}" type="datetime1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5785-985D-4E85-AF0F-43C681AB222C}" type="datetime1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DF435-0D93-484A-A1A7-957CBED7A586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AD561-4935-4FEC-9910-1AA195A40318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17580-8E21-45AE-BDFA-00B3B1F93578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41A2C-3215-4ED3-B2F8-615F05B8D042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D10A243-0FA5-4348-8EA5-75F5980A033D}" type="datetime1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Team Name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 noGrp="1"/>
          </p:cNvSpPr>
          <p:nvPr>
            <p:ph type="ctrTitle"/>
          </p:nvPr>
        </p:nvSpPr>
        <p:spPr>
          <a:xfrm>
            <a:off x="0" y="1505930"/>
            <a:ext cx="91440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600" b="1"/>
            </a:pPr>
            <a:r>
              <a:rPr lang="en-US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Jaypee University </a:t>
            </a:r>
            <a:r>
              <a:rPr sz="200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Engineering </a:t>
            </a:r>
            <a:r>
              <a:rPr lang="en-US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Technology, </a:t>
            </a:r>
            <a:r>
              <a:rPr lang="en-US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Guna</a:t>
            </a:r>
          </a:p>
          <a:p>
            <a:pPr>
              <a:defRPr sz="3600" b="1"/>
            </a:pPr>
            <a:r>
              <a:rPr lang="en-US" sz="32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CodeSrijan</a:t>
            </a:r>
          </a:p>
          <a:p>
            <a:pPr>
              <a:defRPr sz="3600" b="1"/>
            </a:pPr>
            <a:r>
              <a:rPr lang="en-US" sz="16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Hackathon</a:t>
            </a:r>
            <a:r>
              <a:rPr lang="en-US" sz="16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6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AI for Bharat 2026</a:t>
            </a:r>
            <a:endParaRPr sz="160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187337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t>A smart solution for [your problem]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87447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Project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343" y="4389120"/>
            <a:ext cx="83863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rPr/>
              <a:t>Team </a:t>
            </a:r>
            <a:r>
              <a:rPr smtClean="0"/>
              <a:t>Name</a:t>
            </a:r>
            <a:r>
              <a:rPr lang="en-US" dirty="0" smtClean="0"/>
              <a:t>:</a:t>
            </a:r>
            <a:endParaRPr/>
          </a:p>
          <a:p>
            <a:r>
              <a:rPr/>
              <a:t>Member </a:t>
            </a:r>
            <a:r>
              <a:rPr smtClean="0"/>
              <a:t>1</a:t>
            </a:r>
            <a:r>
              <a:rPr lang="en-US" dirty="0" smtClean="0"/>
              <a:t>:</a:t>
            </a:r>
            <a:r>
              <a:rPr smtClean="0"/>
              <a:t> </a:t>
            </a:r>
            <a:endParaRPr lang="en-US" dirty="0" smtClean="0"/>
          </a:p>
          <a:p>
            <a:r>
              <a:rPr smtClean="0"/>
              <a:t>Member 2</a:t>
            </a:r>
            <a:r>
              <a:rPr lang="en-US" dirty="0" smtClean="0"/>
              <a:t>:</a:t>
            </a:r>
            <a:r>
              <a:rPr smtClean="0"/>
              <a:t> </a:t>
            </a:r>
            <a:endParaRPr lang="en-US" dirty="0" smtClean="0"/>
          </a:p>
          <a:p>
            <a:r>
              <a:rPr smtClean="0"/>
              <a:t>Member 3</a:t>
            </a:r>
            <a:r>
              <a:rPr lang="en-US" dirty="0" smtClean="0"/>
              <a:t>:</a:t>
            </a:r>
          </a:p>
          <a:p>
            <a:r>
              <a:rPr lang="en-US" dirty="0" smtClean="0"/>
              <a:t>Member </a:t>
            </a:r>
            <a:r>
              <a:rPr lang="en-US" dirty="0" smtClean="0"/>
              <a:t>4:</a:t>
            </a:r>
            <a:endParaRPr lang="en-US" dirty="0" smtClean="0"/>
          </a:p>
          <a:p>
            <a:endParaRPr/>
          </a:p>
        </p:txBody>
      </p:sp>
      <p:pic>
        <p:nvPicPr>
          <p:cNvPr id="8" name="Picture 7" descr="Untitle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75" y="152400"/>
            <a:ext cx="922611" cy="1097280"/>
          </a:xfrm>
          <a:prstGeom prst="rect">
            <a:avLst/>
          </a:prstGeom>
        </p:spPr>
      </p:pic>
      <p:pic>
        <p:nvPicPr>
          <p:cNvPr id="9" name="Picture 8" descr="WhatsApp Image 2026-03-20 at 11.03.23 AM.jpeg"/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07383" y="152400"/>
            <a:ext cx="1107375" cy="109728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TABLE OF CONTNET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Introduction and Problem Statement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Your Solution / Proposed Method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What Makes It Different?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Product Demo / Features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How It Works (Technical Overview)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Implementation Highlights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Real-World Impact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Future Scope / Scalability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User Experience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Demo / Live Walkthrough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Closing + Q&amp;A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045029"/>
            <a:ext cx="8840942" cy="3529148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latin typeface="Arial Narrow" pitchFamily="34" charset="0"/>
              </a:rPr>
              <a:t/>
            </a:r>
            <a:br>
              <a:rPr lang="en-US" dirty="0" smtClean="0">
                <a:latin typeface="Arial Narrow" pitchFamily="34" charset="0"/>
              </a:rPr>
            </a:br>
            <a:r>
              <a:rPr lang="en-US" dirty="0" smtClean="0">
                <a:latin typeface="Arial Narrow" pitchFamily="34" charset="0"/>
              </a:rPr>
              <a:t/>
            </a:r>
            <a:br>
              <a:rPr lang="en-US" dirty="0" smtClean="0">
                <a:latin typeface="Arial Narrow" pitchFamily="34" charset="0"/>
              </a:rPr>
            </a:br>
            <a:r>
              <a:rPr lang="en-US" b="1" dirty="0" smtClean="0">
                <a:latin typeface="Arial Narrow" pitchFamily="34" charset="0"/>
              </a:rPr>
              <a:t> Thank You! </a:t>
            </a:r>
            <a:r>
              <a:rPr lang="en-US" dirty="0" smtClean="0">
                <a:latin typeface="Arial Narrow" pitchFamily="34" charset="0"/>
              </a:rPr>
              <a:t/>
            </a:r>
            <a:br>
              <a:rPr lang="en-US" dirty="0" smtClean="0">
                <a:latin typeface="Arial Narrow" pitchFamily="34" charset="0"/>
              </a:rPr>
            </a:br>
            <a:r>
              <a:rPr lang="en-US" b="1" dirty="0" smtClean="0">
                <a:latin typeface="Arial Narrow" pitchFamily="34" charset="0"/>
              </a:rPr>
              <a:t>Ready </a:t>
            </a:r>
            <a:r>
              <a:rPr lang="en-US" b="1" dirty="0" smtClean="0">
                <a:latin typeface="Arial Narrow" pitchFamily="34" charset="0"/>
              </a:rPr>
              <a:t>for your questions.</a:t>
            </a:r>
            <a:r>
              <a:rPr lang="en-US" dirty="0" smtClean="0">
                <a:latin typeface="Arial Narrow" pitchFamily="34" charset="0"/>
              </a:rPr>
              <a:t/>
            </a:r>
            <a:br>
              <a:rPr lang="en-US" dirty="0" smtClean="0">
                <a:latin typeface="Arial Narrow" pitchFamily="34" charset="0"/>
              </a:rPr>
            </a:br>
            <a:endParaRPr lang="en-US" dirty="0">
              <a:latin typeface="Arial Narrow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Team Name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17</TotalTime>
  <Words>107</Words>
  <Application>Microsoft Macintosh PowerPoint</Application>
  <PresentationFormat>On-screen Show (4:3)</PresentationFormat>
  <Paragraphs>37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Equity</vt:lpstr>
      <vt:lpstr>Jaypee University of Engineering and Technology, Guna CodeSrijan Hackathon: AI for Bharat 2026</vt:lpstr>
      <vt:lpstr>TABLE OF CONTNET</vt:lpstr>
      <vt:lpstr>Slide 3</vt:lpstr>
      <vt:lpstr>Slide 4</vt:lpstr>
      <vt:lpstr>Slide 5</vt:lpstr>
      <vt:lpstr>   Thank You!  Ready for your questions. 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Jitendra.parmar</cp:lastModifiedBy>
  <cp:revision>7</cp:revision>
  <dcterms:created xsi:type="dcterms:W3CDTF">2013-01-27T09:14:16Z</dcterms:created>
  <dcterms:modified xsi:type="dcterms:W3CDTF">2026-04-17T06:56:58Z</dcterms:modified>
  <cp:category/>
</cp:coreProperties>
</file>